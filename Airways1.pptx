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irways1/Airway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A211B70-40E0-442D-812C-678ACCA4BA4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Airways1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F29E931-4463-4517-A537-34B2A104C48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10/25/2026 4:34:03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irways" id="2" name="slide2">
            <a:extLst>
              <a:ext uri="{FF2B5EF4-FFF2-40B4-BE49-F238E27FC236}">
                <a16:creationId xmlns:a16="http://schemas.microsoft.com/office/drawing/2014/main" id="{172A9CDC-2F28-4AB2-B2F3-65C9496BF3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" y="100012"/>
            <a:ext cx="114204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2026-10-25T16:34:04Z</dcterms:created>
  <dcterms:modified xsi:type="dcterms:W3CDTF">2026-10-25T16:34:04Z</dcterms:modified>
</cp:coreProperties>
</file>